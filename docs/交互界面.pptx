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06B35-25AB-70CF-203C-027C3C00B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3A1C19-3C91-C248-0615-1DB4DC86C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1A91A1-B39B-4F3C-CB1E-14E898C3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05C72C-111E-756A-6FA8-7BA5A345D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4460A-498F-3E30-D165-76B433CA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32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5D613-AB92-D8AC-2ADD-668898E5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DD01B-D41E-7DCF-B901-5299C6D8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DA50B3-6477-F6E1-1C7C-83F63252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637B2-8C3F-2C76-368C-13B4312A0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93D97A-A262-40BE-7779-B4CB16C7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65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2F27C-35D1-9832-DB99-C4ABAE99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8B368C-313D-D934-689E-C175BB76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67CAAA-93C1-094B-BF11-E8F8083D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68B784-A4D6-9718-FC66-E3A060C0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50A2E9-99EF-7103-4DE4-7B80F82A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32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10AFC-6563-83E7-500D-899C3101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30BCE2-36E6-DB97-3332-D987EBA1A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8CF17A-4336-DFC4-F8B1-560EB0185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C36DE9-9E21-1728-38F7-8A0ED4F9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A77D68-2834-48BA-D331-8A76027B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E5677E-7419-6E47-7187-92F622E8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12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377F8-29C8-207D-1A73-0659A762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9A2EAF-CDAF-3840-76D8-573A28784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14673F-3BC7-5A91-CFBC-C9160D4BE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0359C5-8941-2628-B27D-2EEA7E613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F3E987-139C-B264-EBD3-A85334C28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87D036-3686-AC37-797F-B02BBD2C1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49B783-A3D0-9F32-F528-6E5EDBE2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89A7C4-24B3-EBD5-C42C-EABBC4BF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91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72B51-5EFE-6DA1-A08F-CCDA1FA2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6B12EA-5460-11ED-0651-F802968B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C8692B-3048-5350-A5C3-5BC5D31D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77DECA-36A5-1DB7-2F43-B67959A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03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58D74A-CC56-9626-9AA4-C62B92F2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4D7C9C-36FF-51F1-A00C-162D3C74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708B11-3344-4ACC-6B8E-89FA0AEC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55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40177-E8FC-8ABB-E72E-573C912D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1F4092-96E0-4843-D66A-839BFDDAF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5F0A57-3F7C-0C40-6136-3FF36DDF3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21F518-AF3A-54D8-8920-E01D2078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D482CA-9EAC-594D-BAD5-CA2CE3CD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727875-EEEE-4AC0-CFB5-D429F862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48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30726-7A11-C30E-A65B-18A7AB33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C63B9E-3020-CCF1-96C8-59E9ACF91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89F355-4FB5-8F2D-B81D-49467B88C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EB0F18-71D5-9138-6A2A-C7B55C1B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075C2E-66DE-3A02-2CD4-12CDF986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7F2758-A5ED-997E-1B54-D5199737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83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2B1F1-0F5E-BC42-F0B1-17205C50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731097-D97D-8653-807F-77392290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BFB1D4-3F21-E056-6DF7-6195B00A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5E001A-4F55-D59B-B945-F00F7EB9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3181CA-38D2-A2B6-9AEA-9F8A0BAB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09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0CF95F-B771-3CB3-0C36-0EFB5CCDF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EDD321-1B41-C017-C2B1-361FF02F2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7F067-580E-0A20-EA4A-414EB3B6A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818075-E4EE-F425-3742-363301FC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24694D-2C09-F4BD-BA03-37F1155A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23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764048-ED22-BA98-0579-A6DB0825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0D09FE-F950-4E24-30A4-412609A3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994F34-3886-2A18-4319-03DACBBAF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B266E-A3E8-4B5F-AE32-9F110B9F4CB6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13B45-BF29-CA1F-9908-358849A2E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0742DF-8063-9C5B-C3F0-8A0C67549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5F6B4-5014-4BC4-9452-108DC04E21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54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19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登录界面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E348FED-34D3-7183-7364-5BF0D5847647}"/>
              </a:ext>
            </a:extLst>
          </p:cNvPr>
          <p:cNvSpPr/>
          <p:nvPr/>
        </p:nvSpPr>
        <p:spPr>
          <a:xfrm>
            <a:off x="4858930" y="2484645"/>
            <a:ext cx="1472501" cy="5297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教师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ED39D4-7A10-CD36-B57D-6AF5C21C5DF7}"/>
              </a:ext>
            </a:extLst>
          </p:cNvPr>
          <p:cNvSpPr/>
          <p:nvPr/>
        </p:nvSpPr>
        <p:spPr>
          <a:xfrm>
            <a:off x="4858929" y="3374871"/>
            <a:ext cx="1472501" cy="5297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61731D-09C3-5DE1-E8DA-3DC7EB8FDE01}"/>
              </a:ext>
            </a:extLst>
          </p:cNvPr>
          <p:cNvSpPr txBox="1"/>
          <p:nvPr/>
        </p:nvSpPr>
        <p:spPr>
          <a:xfrm>
            <a:off x="5051271" y="1803575"/>
            <a:ext cx="199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您的身份</a:t>
            </a:r>
          </a:p>
        </p:txBody>
      </p:sp>
    </p:spTree>
    <p:extLst>
      <p:ext uri="{BB962C8B-B14F-4D97-AF65-F5344CB8AC3E}">
        <p14:creationId xmlns:p14="http://schemas.microsoft.com/office/powerpoint/2010/main" val="321067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19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2.1</a:t>
            </a:r>
            <a:r>
              <a:rPr lang="zh-CN" altLang="en-US" dirty="0"/>
              <a:t>教师主界面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D64F4B5-D00E-B6DA-27B1-877A35ACEFE3}"/>
              </a:ext>
            </a:extLst>
          </p:cNvPr>
          <p:cNvSpPr/>
          <p:nvPr/>
        </p:nvSpPr>
        <p:spPr>
          <a:xfrm>
            <a:off x="4931452" y="2137804"/>
            <a:ext cx="1381060" cy="12911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课程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管理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746BF5C-20FE-3F74-6136-371E23DA0729}"/>
              </a:ext>
            </a:extLst>
          </p:cNvPr>
          <p:cNvSpPr/>
          <p:nvPr/>
        </p:nvSpPr>
        <p:spPr>
          <a:xfrm>
            <a:off x="5819577" y="3429000"/>
            <a:ext cx="1381060" cy="12911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学生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管理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696A8AF-CFFD-A6C1-9895-9A8F7867BFA9}"/>
              </a:ext>
            </a:extLst>
          </p:cNvPr>
          <p:cNvSpPr/>
          <p:nvPr/>
        </p:nvSpPr>
        <p:spPr>
          <a:xfrm>
            <a:off x="4103239" y="3429000"/>
            <a:ext cx="1381060" cy="12911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签到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管理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6A2BE8C-D2CF-4CA6-2941-7FADE5C20963}"/>
              </a:ext>
            </a:extLst>
          </p:cNvPr>
          <p:cNvSpPr/>
          <p:nvPr/>
        </p:nvSpPr>
        <p:spPr>
          <a:xfrm>
            <a:off x="3960294" y="983768"/>
            <a:ext cx="971158" cy="92070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头像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F03857-97D6-0026-39AA-7114FD291F9C}"/>
              </a:ext>
            </a:extLst>
          </p:cNvPr>
          <p:cNvSpPr txBox="1"/>
          <p:nvPr/>
        </p:nvSpPr>
        <p:spPr>
          <a:xfrm>
            <a:off x="5000822" y="1217098"/>
            <a:ext cx="109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id</a:t>
            </a: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07D9A57-4F4C-AB5F-614C-E3CDA95768F5}"/>
              </a:ext>
            </a:extLst>
          </p:cNvPr>
          <p:cNvSpPr/>
          <p:nvPr/>
        </p:nvSpPr>
        <p:spPr>
          <a:xfrm>
            <a:off x="6589986" y="983768"/>
            <a:ext cx="542334" cy="501762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设置</a:t>
            </a:r>
          </a:p>
        </p:txBody>
      </p:sp>
    </p:spTree>
    <p:extLst>
      <p:ext uri="{BB962C8B-B14F-4D97-AF65-F5344CB8AC3E}">
        <p14:creationId xmlns:p14="http://schemas.microsoft.com/office/powerpoint/2010/main" val="40458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270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2.2</a:t>
            </a:r>
            <a:r>
              <a:rPr lang="zh-CN" altLang="en-US" dirty="0"/>
              <a:t>教师课程管理界面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F03857-97D6-0026-39AA-7114FD291F9C}"/>
              </a:ext>
            </a:extLst>
          </p:cNvPr>
          <p:cNvSpPr txBox="1"/>
          <p:nvPr/>
        </p:nvSpPr>
        <p:spPr>
          <a:xfrm>
            <a:off x="4074329" y="1106258"/>
            <a:ext cx="1424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已开课程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238E00-89B6-F332-3B65-B1123FFCDF9C}"/>
              </a:ext>
            </a:extLst>
          </p:cNvPr>
          <p:cNvSpPr/>
          <p:nvPr/>
        </p:nvSpPr>
        <p:spPr>
          <a:xfrm>
            <a:off x="4691816" y="1778350"/>
            <a:ext cx="2333298" cy="84080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课程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信息（时间、任课教师</a:t>
            </a:r>
            <a:r>
              <a:rPr lang="en-US" altLang="zh-CN" dirty="0">
                <a:solidFill>
                  <a:schemeClr val="tx1"/>
                </a:solidFill>
              </a:rPr>
              <a:t>……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0F17F5-16CE-266E-044D-259A728DC4A3}"/>
              </a:ext>
            </a:extLst>
          </p:cNvPr>
          <p:cNvSpPr/>
          <p:nvPr/>
        </p:nvSpPr>
        <p:spPr>
          <a:xfrm>
            <a:off x="4815839" y="4502261"/>
            <a:ext cx="1686912" cy="6432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新增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删除课程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296F5B-1327-B7F9-4CDB-1D1855F2DA4B}"/>
              </a:ext>
            </a:extLst>
          </p:cNvPr>
          <p:cNvSpPr txBox="1"/>
          <p:nvPr/>
        </p:nvSpPr>
        <p:spPr>
          <a:xfrm>
            <a:off x="5332415" y="2773604"/>
            <a:ext cx="1424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0290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270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2.2.1</a:t>
            </a:r>
            <a:r>
              <a:rPr lang="zh-CN" altLang="en-US" dirty="0"/>
              <a:t>新增</a:t>
            </a:r>
            <a:r>
              <a:rPr lang="en-US" altLang="zh-CN" dirty="0"/>
              <a:t>/</a:t>
            </a:r>
            <a:r>
              <a:rPr lang="zh-CN" altLang="en-US" dirty="0"/>
              <a:t>删除课程界面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F03857-97D6-0026-39AA-7114FD291F9C}"/>
              </a:ext>
            </a:extLst>
          </p:cNvPr>
          <p:cNvSpPr txBox="1"/>
          <p:nvPr/>
        </p:nvSpPr>
        <p:spPr>
          <a:xfrm>
            <a:off x="5269353" y="4320296"/>
            <a:ext cx="1424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44B40A1-AD52-C549-4E1E-4EB8260FE660}"/>
              </a:ext>
            </a:extLst>
          </p:cNvPr>
          <p:cNvSpPr/>
          <p:nvPr/>
        </p:nvSpPr>
        <p:spPr>
          <a:xfrm>
            <a:off x="4685510" y="1644071"/>
            <a:ext cx="1872943" cy="64323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所属学期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16FBE9D-5CA7-8247-D710-6AEC234D6DAD}"/>
              </a:ext>
            </a:extLst>
          </p:cNvPr>
          <p:cNvSpPr/>
          <p:nvPr/>
        </p:nvSpPr>
        <p:spPr>
          <a:xfrm>
            <a:off x="4685510" y="2537704"/>
            <a:ext cx="1872943" cy="64323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课程名称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CFD0608-1D7F-6A7F-8620-50C39EA408E1}"/>
              </a:ext>
            </a:extLst>
          </p:cNvPr>
          <p:cNvSpPr/>
          <p:nvPr/>
        </p:nvSpPr>
        <p:spPr>
          <a:xfrm>
            <a:off x="4685510" y="3429000"/>
            <a:ext cx="1872943" cy="64323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可选时间</a:t>
            </a:r>
          </a:p>
        </p:txBody>
      </p:sp>
    </p:spTree>
    <p:extLst>
      <p:ext uri="{BB962C8B-B14F-4D97-AF65-F5344CB8AC3E}">
        <p14:creationId xmlns:p14="http://schemas.microsoft.com/office/powerpoint/2010/main" val="77233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19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2.3</a:t>
            </a:r>
            <a:r>
              <a:rPr lang="zh-CN" altLang="en-US" dirty="0"/>
              <a:t>签到管理界面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D64F4B5-D00E-B6DA-27B1-877A35ACEFE3}"/>
              </a:ext>
            </a:extLst>
          </p:cNvPr>
          <p:cNvSpPr/>
          <p:nvPr/>
        </p:nvSpPr>
        <p:spPr>
          <a:xfrm>
            <a:off x="1740513" y="4107027"/>
            <a:ext cx="1381060" cy="12911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查看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导出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696A8AF-CFFD-A6C1-9895-9A8F7867BFA9}"/>
              </a:ext>
            </a:extLst>
          </p:cNvPr>
          <p:cNvSpPr/>
          <p:nvPr/>
        </p:nvSpPr>
        <p:spPr>
          <a:xfrm>
            <a:off x="1753125" y="2275124"/>
            <a:ext cx="1381060" cy="12911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经纬度、定位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F515007-BC80-6219-832E-1A72376D770E}"/>
              </a:ext>
            </a:extLst>
          </p:cNvPr>
          <p:cNvSpPr/>
          <p:nvPr/>
        </p:nvSpPr>
        <p:spPr>
          <a:xfrm>
            <a:off x="4483708" y="1712554"/>
            <a:ext cx="2017986" cy="65227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需要管理的课程</a:t>
            </a:r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F766C62D-4B92-FE73-E4E8-77E7FABCB046}"/>
              </a:ext>
            </a:extLst>
          </p:cNvPr>
          <p:cNvSpPr/>
          <p:nvPr/>
        </p:nvSpPr>
        <p:spPr>
          <a:xfrm rot="5400000">
            <a:off x="6739754" y="1712554"/>
            <a:ext cx="291135" cy="6522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C95303F-5379-44F9-A2E6-43B2985FDA37}"/>
              </a:ext>
            </a:extLst>
          </p:cNvPr>
          <p:cNvSpPr/>
          <p:nvPr/>
        </p:nvSpPr>
        <p:spPr>
          <a:xfrm>
            <a:off x="7296271" y="1210792"/>
            <a:ext cx="1333236" cy="165222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FBA8E4F-3E66-A3FF-DCFD-08264C60A92B}"/>
              </a:ext>
            </a:extLst>
          </p:cNvPr>
          <p:cNvSpPr/>
          <p:nvPr/>
        </p:nvSpPr>
        <p:spPr>
          <a:xfrm>
            <a:off x="4493167" y="2602572"/>
            <a:ext cx="2017986" cy="65227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定位设置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71DE529-F4A8-71EF-FA4F-A8EB249EBE6F}"/>
              </a:ext>
            </a:extLst>
          </p:cNvPr>
          <p:cNvSpPr/>
          <p:nvPr/>
        </p:nvSpPr>
        <p:spPr>
          <a:xfrm>
            <a:off x="4493167" y="3569418"/>
            <a:ext cx="2017986" cy="65227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开启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中止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结束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A65701D-A4D7-0B4C-E040-79375B4D4B20}"/>
              </a:ext>
            </a:extLst>
          </p:cNvPr>
          <p:cNvSpPr/>
          <p:nvPr/>
        </p:nvSpPr>
        <p:spPr>
          <a:xfrm>
            <a:off x="4493167" y="4426488"/>
            <a:ext cx="2017986" cy="65227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签到情况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BAF2B20-0385-D9D1-6062-4F69F331F6DE}"/>
              </a:ext>
            </a:extLst>
          </p:cNvPr>
          <p:cNvCxnSpPr>
            <a:cxnSpLocks/>
          </p:cNvCxnSpPr>
          <p:nvPr/>
        </p:nvCxnSpPr>
        <p:spPr>
          <a:xfrm flipH="1">
            <a:off x="3145218" y="2920722"/>
            <a:ext cx="1352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39C823E-C927-A64A-D516-0C84FB5AFC3B}"/>
              </a:ext>
            </a:extLst>
          </p:cNvPr>
          <p:cNvCxnSpPr>
            <a:cxnSpLocks/>
          </p:cNvCxnSpPr>
          <p:nvPr/>
        </p:nvCxnSpPr>
        <p:spPr>
          <a:xfrm flipH="1">
            <a:off x="3131032" y="4752625"/>
            <a:ext cx="1352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64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19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2.4</a:t>
            </a:r>
            <a:r>
              <a:rPr lang="zh-CN" altLang="en-US" dirty="0"/>
              <a:t>学生管理界面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D64F4B5-D00E-B6DA-27B1-877A35ACEFE3}"/>
              </a:ext>
            </a:extLst>
          </p:cNvPr>
          <p:cNvSpPr/>
          <p:nvPr/>
        </p:nvSpPr>
        <p:spPr>
          <a:xfrm>
            <a:off x="1753125" y="1420583"/>
            <a:ext cx="1381060" cy="12911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包含学生课程信息修改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696A8AF-CFFD-A6C1-9895-9A8F7867BFA9}"/>
              </a:ext>
            </a:extLst>
          </p:cNvPr>
          <p:cNvSpPr/>
          <p:nvPr/>
        </p:nvSpPr>
        <p:spPr>
          <a:xfrm>
            <a:off x="8180200" y="1449060"/>
            <a:ext cx="1381060" cy="12911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包含学生上课情况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2CC5B-BA92-F33E-BB4D-7388CE67152B}"/>
              </a:ext>
            </a:extLst>
          </p:cNvPr>
          <p:cNvSpPr/>
          <p:nvPr/>
        </p:nvSpPr>
        <p:spPr>
          <a:xfrm>
            <a:off x="4519448" y="1668410"/>
            <a:ext cx="2175641" cy="8071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学生情况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99861A-D2DC-5930-E223-AD035B91FF57}"/>
              </a:ext>
            </a:extLst>
          </p:cNvPr>
          <p:cNvSpPr/>
          <p:nvPr/>
        </p:nvSpPr>
        <p:spPr>
          <a:xfrm>
            <a:off x="4519448" y="2819662"/>
            <a:ext cx="2175641" cy="8071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导入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删除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E2FEA50-062F-4B7D-2332-EB4BB85ED42B}"/>
              </a:ext>
            </a:extLst>
          </p:cNvPr>
          <p:cNvCxnSpPr>
            <a:cxnSpLocks/>
          </p:cNvCxnSpPr>
          <p:nvPr/>
        </p:nvCxnSpPr>
        <p:spPr>
          <a:xfrm flipH="1">
            <a:off x="3166772" y="2066181"/>
            <a:ext cx="1352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B2CD667-D1DB-6B13-2AB5-DC5C7AE78E53}"/>
              </a:ext>
            </a:extLst>
          </p:cNvPr>
          <p:cNvCxnSpPr>
            <a:cxnSpLocks/>
          </p:cNvCxnSpPr>
          <p:nvPr/>
        </p:nvCxnSpPr>
        <p:spPr>
          <a:xfrm>
            <a:off x="6695089" y="2094658"/>
            <a:ext cx="14525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27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19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2.5</a:t>
            </a:r>
            <a:r>
              <a:rPr lang="zh-CN" altLang="en-US" dirty="0"/>
              <a:t>设置界面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BC79BEF-9286-38B4-C514-16BE7E8D1BFD}"/>
              </a:ext>
            </a:extLst>
          </p:cNvPr>
          <p:cNvSpPr/>
          <p:nvPr/>
        </p:nvSpPr>
        <p:spPr>
          <a:xfrm>
            <a:off x="4600378" y="1498143"/>
            <a:ext cx="1980149" cy="92070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教师信息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7022A03-4C91-C87F-07CB-6F15F342A0E1}"/>
              </a:ext>
            </a:extLst>
          </p:cNvPr>
          <p:cNvSpPr/>
          <p:nvPr/>
        </p:nvSpPr>
        <p:spPr>
          <a:xfrm>
            <a:off x="4600378" y="3166554"/>
            <a:ext cx="1980149" cy="92070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退出登录</a:t>
            </a:r>
          </a:p>
        </p:txBody>
      </p:sp>
    </p:spTree>
    <p:extLst>
      <p:ext uri="{BB962C8B-B14F-4D97-AF65-F5344CB8AC3E}">
        <p14:creationId xmlns:p14="http://schemas.microsoft.com/office/powerpoint/2010/main" val="224167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8048" y="750438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19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3.1</a:t>
            </a:r>
            <a:r>
              <a:rPr lang="zh-CN" altLang="en-US" dirty="0"/>
              <a:t>学生主界面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E348FED-34D3-7183-7364-5BF0D5847647}"/>
              </a:ext>
            </a:extLst>
          </p:cNvPr>
          <p:cNvSpPr/>
          <p:nvPr/>
        </p:nvSpPr>
        <p:spPr>
          <a:xfrm>
            <a:off x="4168397" y="2207172"/>
            <a:ext cx="690532" cy="32161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课程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61731D-09C3-5DE1-E8DA-3DC7EB8FDE01}"/>
              </a:ext>
            </a:extLst>
          </p:cNvPr>
          <p:cNvSpPr txBox="1"/>
          <p:nvPr/>
        </p:nvSpPr>
        <p:spPr>
          <a:xfrm>
            <a:off x="3670214" y="3733274"/>
            <a:ext cx="397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</a:t>
            </a:r>
            <a:br>
              <a:rPr lang="en-US" altLang="zh-CN" dirty="0"/>
            </a:br>
            <a:r>
              <a:rPr lang="zh-CN" altLang="en-US" dirty="0"/>
              <a:t>间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355B6D4-F003-2C6F-DBAF-2DE7DB25E620}"/>
              </a:ext>
            </a:extLst>
          </p:cNvPr>
          <p:cNvSpPr/>
          <p:nvPr/>
        </p:nvSpPr>
        <p:spPr>
          <a:xfrm>
            <a:off x="5064930" y="2207172"/>
            <a:ext cx="690532" cy="3216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课程</a:t>
            </a:r>
            <a:r>
              <a:rPr lang="en-US" altLang="zh-CN" sz="1200" dirty="0">
                <a:solidFill>
                  <a:schemeClr val="tx1"/>
                </a:solidFill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58C14C48-CCBC-2D61-559A-38C1CB735ED7}"/>
              </a:ext>
            </a:extLst>
          </p:cNvPr>
          <p:cNvSpPr/>
          <p:nvPr/>
        </p:nvSpPr>
        <p:spPr>
          <a:xfrm rot="10800000">
            <a:off x="4367045" y="2528789"/>
            <a:ext cx="293235" cy="32161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D224319-11E6-4745-7E1A-C07D13909184}"/>
              </a:ext>
            </a:extLst>
          </p:cNvPr>
          <p:cNvSpPr/>
          <p:nvPr/>
        </p:nvSpPr>
        <p:spPr>
          <a:xfrm>
            <a:off x="4111647" y="2863021"/>
            <a:ext cx="2982836" cy="2226088"/>
          </a:xfrm>
          <a:prstGeom prst="roundRect">
            <a:avLst/>
          </a:prstGeom>
          <a:solidFill>
            <a:schemeClr val="bg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ED39D4-7A10-CD36-B57D-6AF5C21C5DF7}"/>
              </a:ext>
            </a:extLst>
          </p:cNvPr>
          <p:cNvSpPr/>
          <p:nvPr/>
        </p:nvSpPr>
        <p:spPr>
          <a:xfrm>
            <a:off x="6172718" y="980828"/>
            <a:ext cx="1075737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周*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E50CB89-FE70-3655-BB02-4E06DB40DA7B}"/>
              </a:ext>
            </a:extLst>
          </p:cNvPr>
          <p:cNvSpPr/>
          <p:nvPr/>
        </p:nvSpPr>
        <p:spPr>
          <a:xfrm>
            <a:off x="5065196" y="980828"/>
            <a:ext cx="1075737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第*周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40BB1E-0657-6864-CE13-940687E4D96F}"/>
              </a:ext>
            </a:extLst>
          </p:cNvPr>
          <p:cNvSpPr/>
          <p:nvPr/>
        </p:nvSpPr>
        <p:spPr>
          <a:xfrm>
            <a:off x="3953464" y="981620"/>
            <a:ext cx="1075737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学期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738F56B-52EB-BDDE-52D0-33C852E8BB23}"/>
              </a:ext>
            </a:extLst>
          </p:cNvPr>
          <p:cNvCxnSpPr/>
          <p:nvPr/>
        </p:nvCxnSpPr>
        <p:spPr>
          <a:xfrm flipH="1">
            <a:off x="3121572" y="2367980"/>
            <a:ext cx="9900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3B48F49-30BE-A2D0-FABB-AEE62EC2C82A}"/>
              </a:ext>
            </a:extLst>
          </p:cNvPr>
          <p:cNvSpPr/>
          <p:nvPr/>
        </p:nvSpPr>
        <p:spPr>
          <a:xfrm>
            <a:off x="1639614" y="2113369"/>
            <a:ext cx="1378957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课程信息</a:t>
            </a:r>
          </a:p>
        </p:txBody>
      </p:sp>
    </p:spTree>
    <p:extLst>
      <p:ext uri="{BB962C8B-B14F-4D97-AF65-F5344CB8AC3E}">
        <p14:creationId xmlns:p14="http://schemas.microsoft.com/office/powerpoint/2010/main" val="3998764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46B9419-B656-1D39-0F0A-DC7DF216E6AF}"/>
              </a:ext>
            </a:extLst>
          </p:cNvPr>
          <p:cNvSpPr/>
          <p:nvPr/>
        </p:nvSpPr>
        <p:spPr>
          <a:xfrm>
            <a:off x="3701742" y="849761"/>
            <a:ext cx="3827868" cy="51584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2EFEF1-56D2-EE52-AC8A-65DE109A3FE5}"/>
              </a:ext>
            </a:extLst>
          </p:cNvPr>
          <p:cNvSpPr txBox="1"/>
          <p:nvPr/>
        </p:nvSpPr>
        <p:spPr>
          <a:xfrm>
            <a:off x="599090" y="397290"/>
            <a:ext cx="196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3.2</a:t>
            </a:r>
            <a:r>
              <a:rPr lang="zh-CN" altLang="en-US" dirty="0"/>
              <a:t>签到界面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D224319-11E6-4745-7E1A-C07D13909184}"/>
              </a:ext>
            </a:extLst>
          </p:cNvPr>
          <p:cNvSpPr/>
          <p:nvPr/>
        </p:nvSpPr>
        <p:spPr>
          <a:xfrm>
            <a:off x="4177862" y="1530437"/>
            <a:ext cx="2982836" cy="3964242"/>
          </a:xfrm>
          <a:prstGeom prst="roundRect">
            <a:avLst/>
          </a:prstGeom>
          <a:solidFill>
            <a:schemeClr val="bg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ED39D4-7A10-CD36-B57D-6AF5C21C5DF7}"/>
              </a:ext>
            </a:extLst>
          </p:cNvPr>
          <p:cNvSpPr/>
          <p:nvPr/>
        </p:nvSpPr>
        <p:spPr>
          <a:xfrm>
            <a:off x="4793155" y="4070782"/>
            <a:ext cx="1378956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距离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E50CB89-FE70-3655-BB02-4E06DB40DA7B}"/>
              </a:ext>
            </a:extLst>
          </p:cNvPr>
          <p:cNvSpPr/>
          <p:nvPr/>
        </p:nvSpPr>
        <p:spPr>
          <a:xfrm>
            <a:off x="4793156" y="3329676"/>
            <a:ext cx="1378956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位置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40BB1E-0657-6864-CE13-940687E4D96F}"/>
              </a:ext>
            </a:extLst>
          </p:cNvPr>
          <p:cNvSpPr/>
          <p:nvPr/>
        </p:nvSpPr>
        <p:spPr>
          <a:xfrm>
            <a:off x="4793155" y="2588570"/>
            <a:ext cx="1378956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时间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3B48F49-30BE-A2D0-FABB-AEE62EC2C82A}"/>
              </a:ext>
            </a:extLst>
          </p:cNvPr>
          <p:cNvSpPr/>
          <p:nvPr/>
        </p:nvSpPr>
        <p:spPr>
          <a:xfrm>
            <a:off x="4793155" y="1810544"/>
            <a:ext cx="1378957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课程名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8A7B0F2-A194-7E36-E828-A64AB84B0678}"/>
              </a:ext>
            </a:extLst>
          </p:cNvPr>
          <p:cNvSpPr/>
          <p:nvPr/>
        </p:nvSpPr>
        <p:spPr>
          <a:xfrm>
            <a:off x="4793156" y="4718591"/>
            <a:ext cx="1378956" cy="50922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确认签到</a:t>
            </a:r>
          </a:p>
        </p:txBody>
      </p:sp>
    </p:spTree>
    <p:extLst>
      <p:ext uri="{BB962C8B-B14F-4D97-AF65-F5344CB8AC3E}">
        <p14:creationId xmlns:p14="http://schemas.microsoft.com/office/powerpoint/2010/main" val="421403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140</Words>
  <Application>Microsoft Office PowerPoint</Application>
  <PresentationFormat>宽屏</PresentationFormat>
  <Paragraphs>51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志硕 呼</dc:creator>
  <cp:lastModifiedBy>志硕 呼</cp:lastModifiedBy>
  <cp:revision>1</cp:revision>
  <dcterms:created xsi:type="dcterms:W3CDTF">2026-10-17T13:43:21Z</dcterms:created>
  <dcterms:modified xsi:type="dcterms:W3CDTF">2026-10-17T14:55:42Z</dcterms:modified>
</cp:coreProperties>
</file>